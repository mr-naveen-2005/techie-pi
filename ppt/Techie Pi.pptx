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Poppins Bold" charset="1" panose="00000800000000000000"/>
      <p:regular r:id="rId11"/>
    </p:embeddedFont>
    <p:embeddedFont>
      <p:font typeface="Open Sans Bold" charset="1" panose="00000000000000000000"/>
      <p:regular r:id="rId12"/>
    </p:embeddedFont>
    <p:embeddedFont>
      <p:font typeface="Poppins" charset="1" panose="00000500000000000000"/>
      <p:regular r:id="rId13"/>
    </p:embeddedFont>
    <p:embeddedFont>
      <p:font typeface="Poppins Italics" charset="1" panose="00000500000000000000"/>
      <p:regular r:id="rId14"/>
    </p:embeddedFont>
    <p:embeddedFont>
      <p:font typeface="Canva Sans Bold" charset="1" panose="020B08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59931" y="440019"/>
            <a:ext cx="2457127" cy="2457127"/>
          </a:xfrm>
          <a:custGeom>
            <a:avLst/>
            <a:gdLst/>
            <a:ahLst/>
            <a:cxnLst/>
            <a:rect r="r" b="b" t="t" l="l"/>
            <a:pathLst>
              <a:path h="2457127" w="2457127">
                <a:moveTo>
                  <a:pt x="0" y="0"/>
                </a:moveTo>
                <a:lnTo>
                  <a:pt x="2457127" y="0"/>
                </a:lnTo>
                <a:lnTo>
                  <a:pt x="2457127" y="2457127"/>
                </a:lnTo>
                <a:lnTo>
                  <a:pt x="0" y="2457127"/>
                </a:lnTo>
                <a:lnTo>
                  <a:pt x="0" y="0"/>
                </a:lnTo>
                <a:close/>
              </a:path>
            </a:pathLst>
          </a:custGeom>
          <a:blipFill>
            <a:blip r:embed="rId2"/>
            <a:stretch>
              <a:fillRect l="0" t="0" r="0" b="0"/>
            </a:stretch>
          </a:blipFill>
        </p:spPr>
      </p:sp>
      <p:sp>
        <p:nvSpPr>
          <p:cNvPr name="TextBox 3" id="3"/>
          <p:cNvSpPr txBox="true"/>
          <p:nvPr/>
        </p:nvSpPr>
        <p:spPr>
          <a:xfrm rot="0">
            <a:off x="6498788" y="482735"/>
            <a:ext cx="5290423" cy="1652269"/>
          </a:xfrm>
          <a:prstGeom prst="rect">
            <a:avLst/>
          </a:prstGeom>
        </p:spPr>
        <p:txBody>
          <a:bodyPr anchor="t" rtlCol="false" tIns="0" lIns="0" bIns="0" rIns="0">
            <a:spAutoFit/>
          </a:bodyPr>
          <a:lstStyle/>
          <a:p>
            <a:pPr algn="ctr">
              <a:lnSpc>
                <a:spcPts val="12880"/>
              </a:lnSpc>
            </a:pPr>
            <a:r>
              <a:rPr lang="en-US" b="true" sz="9200">
                <a:solidFill>
                  <a:srgbClr val="FFFFFF"/>
                </a:solidFill>
                <a:latin typeface="Poppins Bold"/>
                <a:ea typeface="Poppins Bold"/>
                <a:cs typeface="Poppins Bold"/>
                <a:sym typeface="Poppins Bold"/>
              </a:rPr>
              <a:t>Techie Pi</a:t>
            </a:r>
          </a:p>
        </p:txBody>
      </p:sp>
      <p:sp>
        <p:nvSpPr>
          <p:cNvPr name="TextBox 4" id="4"/>
          <p:cNvSpPr txBox="true"/>
          <p:nvPr/>
        </p:nvSpPr>
        <p:spPr>
          <a:xfrm rot="0">
            <a:off x="5230450" y="2318304"/>
            <a:ext cx="7871346" cy="645210"/>
          </a:xfrm>
          <a:prstGeom prst="rect">
            <a:avLst/>
          </a:prstGeom>
        </p:spPr>
        <p:txBody>
          <a:bodyPr anchor="t" rtlCol="false" tIns="0" lIns="0" bIns="0" rIns="0">
            <a:spAutoFit/>
          </a:bodyPr>
          <a:lstStyle/>
          <a:p>
            <a:pPr algn="ctr">
              <a:lnSpc>
                <a:spcPts val="5387"/>
              </a:lnSpc>
            </a:pPr>
            <a:r>
              <a:rPr lang="en-US" b="true" sz="3848">
                <a:solidFill>
                  <a:srgbClr val="FF3131"/>
                </a:solidFill>
                <a:latin typeface="Open Sans Bold"/>
                <a:ea typeface="Open Sans Bold"/>
                <a:cs typeface="Open Sans Bold"/>
                <a:sym typeface="Open Sans Bold"/>
              </a:rPr>
              <a:t>ARUNAI ENGINNERING COLLEGE</a:t>
            </a:r>
          </a:p>
        </p:txBody>
      </p:sp>
      <p:sp>
        <p:nvSpPr>
          <p:cNvPr name="TextBox 5" id="5"/>
          <p:cNvSpPr txBox="true"/>
          <p:nvPr/>
        </p:nvSpPr>
        <p:spPr>
          <a:xfrm rot="0">
            <a:off x="586246" y="6569772"/>
            <a:ext cx="14769557" cy="3053909"/>
          </a:xfrm>
          <a:prstGeom prst="rect">
            <a:avLst/>
          </a:prstGeom>
        </p:spPr>
        <p:txBody>
          <a:bodyPr anchor="t" rtlCol="false" tIns="0" lIns="0" bIns="0" rIns="0">
            <a:spAutoFit/>
          </a:bodyPr>
          <a:lstStyle/>
          <a:p>
            <a:pPr algn="just">
              <a:lnSpc>
                <a:spcPts val="4795"/>
              </a:lnSpc>
            </a:pPr>
            <a:r>
              <a:rPr lang="en-US" sz="3425">
                <a:solidFill>
                  <a:srgbClr val="FFFFFF"/>
                </a:solidFill>
                <a:latin typeface="Poppins"/>
                <a:ea typeface="Poppins"/>
                <a:cs typeface="Poppins"/>
                <a:sym typeface="Poppins"/>
              </a:rPr>
              <a:t>Problem Statement:</a:t>
            </a:r>
          </a:p>
          <a:p>
            <a:pPr algn="just">
              <a:lnSpc>
                <a:spcPts val="4795"/>
              </a:lnSpc>
            </a:pPr>
            <a:r>
              <a:rPr lang="en-US" sz="3425">
                <a:solidFill>
                  <a:srgbClr val="FFFFFF"/>
                </a:solidFill>
                <a:latin typeface="Poppins"/>
                <a:ea typeface="Poppins"/>
                <a:cs typeface="Poppins"/>
                <a:sym typeface="Poppins"/>
              </a:rPr>
              <a:t>One-tap SOS that shares location and alerts emergency contacts.</a:t>
            </a:r>
          </a:p>
          <a:p>
            <a:pPr algn="just">
              <a:lnSpc>
                <a:spcPts val="4795"/>
              </a:lnSpc>
            </a:pPr>
          </a:p>
          <a:p>
            <a:pPr algn="just">
              <a:lnSpc>
                <a:spcPts val="4795"/>
              </a:lnSpc>
            </a:pPr>
          </a:p>
          <a:p>
            <a:pPr algn="just">
              <a:lnSpc>
                <a:spcPts val="4795"/>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9596256" y="706219"/>
            <a:ext cx="6505379" cy="9847310"/>
          </a:xfrm>
          <a:custGeom>
            <a:avLst/>
            <a:gdLst/>
            <a:ahLst/>
            <a:cxnLst/>
            <a:rect r="r" b="b" t="t" l="l"/>
            <a:pathLst>
              <a:path h="9847310" w="6505379">
                <a:moveTo>
                  <a:pt x="0" y="0"/>
                </a:moveTo>
                <a:lnTo>
                  <a:pt x="6505379" y="0"/>
                </a:lnTo>
                <a:lnTo>
                  <a:pt x="6505379" y="9847310"/>
                </a:lnTo>
                <a:lnTo>
                  <a:pt x="0" y="9847310"/>
                </a:lnTo>
                <a:lnTo>
                  <a:pt x="0" y="0"/>
                </a:lnTo>
                <a:close/>
              </a:path>
            </a:pathLst>
          </a:custGeom>
          <a:blipFill>
            <a:blip r:embed="rId2"/>
            <a:stretch>
              <a:fillRect l="0" t="0" r="0" b="0"/>
            </a:stretch>
          </a:blipFill>
        </p:spPr>
      </p:sp>
      <p:sp>
        <p:nvSpPr>
          <p:cNvPr name="TextBox 3" id="3"/>
          <p:cNvSpPr txBox="true"/>
          <p:nvPr/>
        </p:nvSpPr>
        <p:spPr>
          <a:xfrm rot="0">
            <a:off x="5721934" y="73979"/>
            <a:ext cx="6844133" cy="1652267"/>
          </a:xfrm>
          <a:prstGeom prst="rect">
            <a:avLst/>
          </a:prstGeom>
        </p:spPr>
        <p:txBody>
          <a:bodyPr anchor="t" rtlCol="false" tIns="0" lIns="0" bIns="0" rIns="0">
            <a:spAutoFit/>
          </a:bodyPr>
          <a:lstStyle/>
          <a:p>
            <a:pPr algn="ctr">
              <a:lnSpc>
                <a:spcPts val="12880"/>
              </a:lnSpc>
              <a:spcBef>
                <a:spcPct val="0"/>
              </a:spcBef>
            </a:pPr>
            <a:r>
              <a:rPr lang="en-US" sz="9200" i="true" u="sng">
                <a:solidFill>
                  <a:srgbClr val="FFFFFF"/>
                </a:solidFill>
                <a:latin typeface="Poppins Italics"/>
                <a:ea typeface="Poppins Italics"/>
                <a:cs typeface="Poppins Italics"/>
                <a:sym typeface="Poppins Italics"/>
              </a:rPr>
              <a:t>WorkFlow</a:t>
            </a:r>
          </a:p>
        </p:txBody>
      </p:sp>
      <p:sp>
        <p:nvSpPr>
          <p:cNvPr name="TextBox 4" id="4"/>
          <p:cNvSpPr txBox="true"/>
          <p:nvPr/>
        </p:nvSpPr>
        <p:spPr>
          <a:xfrm rot="0">
            <a:off x="672671" y="3112830"/>
            <a:ext cx="6831844" cy="4282543"/>
          </a:xfrm>
          <a:prstGeom prst="rect">
            <a:avLst/>
          </a:prstGeom>
        </p:spPr>
        <p:txBody>
          <a:bodyPr anchor="t" rtlCol="false" tIns="0" lIns="0" bIns="0" rIns="0">
            <a:spAutoFit/>
          </a:bodyPr>
          <a:lstStyle/>
          <a:p>
            <a:pPr algn="just">
              <a:lnSpc>
                <a:spcPts val="3412"/>
              </a:lnSpc>
            </a:pPr>
            <a:r>
              <a:rPr lang="en-US" sz="2437" b="true">
                <a:solidFill>
                  <a:srgbClr val="FFFFFF"/>
                </a:solidFill>
                <a:latin typeface="Canva Sans Bold"/>
                <a:ea typeface="Canva Sans Bold"/>
                <a:cs typeface="Canva Sans Bold"/>
                <a:sym typeface="Canva Sans Bold"/>
              </a:rPr>
              <a:t>STEP 1: Open </a:t>
            </a:r>
            <a:r>
              <a:rPr lang="en-US" b="true" sz="2437">
                <a:solidFill>
                  <a:srgbClr val="FFFFFF"/>
                </a:solidFill>
                <a:latin typeface="Canva Sans Bold"/>
                <a:ea typeface="Canva Sans Bold"/>
                <a:cs typeface="Canva Sans Bold"/>
                <a:sym typeface="Canva Sans Bold"/>
              </a:rPr>
              <a:t>App </a:t>
            </a:r>
          </a:p>
          <a:p>
            <a:pPr algn="just">
              <a:lnSpc>
                <a:spcPts val="3412"/>
              </a:lnSpc>
            </a:pPr>
            <a:r>
              <a:rPr lang="en-US" b="true" sz="2437">
                <a:solidFill>
                  <a:srgbClr val="FFFFFF"/>
                </a:solidFill>
                <a:latin typeface="Canva Sans Bold"/>
                <a:ea typeface="Canva Sans Bold"/>
                <a:cs typeface="Canva Sans Bold"/>
                <a:sym typeface="Canva Sans Bold"/>
              </a:rPr>
              <a:t>STEP 2: Authenticate using  4-digit Panic PIN  </a:t>
            </a:r>
          </a:p>
          <a:p>
            <a:pPr algn="just">
              <a:lnSpc>
                <a:spcPts val="3412"/>
              </a:lnSpc>
            </a:pPr>
            <a:r>
              <a:rPr lang="en-US" b="true" sz="2437">
                <a:solidFill>
                  <a:srgbClr val="FFFFFF"/>
                </a:solidFill>
                <a:latin typeface="Canva Sans Bold"/>
                <a:ea typeface="Canva Sans Bold"/>
                <a:cs typeface="Canva Sans Bold"/>
                <a:sym typeface="Canva Sans Bold"/>
              </a:rPr>
              <a:t>STEP 3: Press Big SOS Button</a:t>
            </a:r>
          </a:p>
          <a:p>
            <a:pPr algn="just">
              <a:lnSpc>
                <a:spcPts val="3412"/>
              </a:lnSpc>
            </a:pPr>
            <a:r>
              <a:rPr lang="en-US" b="true" sz="2437">
                <a:solidFill>
                  <a:srgbClr val="FFFFFF"/>
                </a:solidFill>
                <a:latin typeface="Canva Sans Bold"/>
                <a:ea typeface="Canva Sans Bold"/>
                <a:cs typeface="Canva Sans Bold"/>
                <a:sym typeface="Canva Sans Bold"/>
              </a:rPr>
              <a:t>STEP 4: Emergency Alert Triggered</a:t>
            </a:r>
          </a:p>
          <a:p>
            <a:pPr algn="just">
              <a:lnSpc>
                <a:spcPts val="3412"/>
              </a:lnSpc>
            </a:pPr>
            <a:r>
              <a:rPr lang="en-US" b="true" sz="2437">
                <a:solidFill>
                  <a:srgbClr val="FFFFFF"/>
                </a:solidFill>
                <a:latin typeface="Canva Sans Bold"/>
                <a:ea typeface="Canva Sans Bold"/>
                <a:cs typeface="Canva Sans Bold"/>
                <a:sym typeface="Canva Sans Bold"/>
              </a:rPr>
              <a:t>STEP 5: Three Simultaneous Responses</a:t>
            </a:r>
          </a:p>
          <a:p>
            <a:pPr algn="l" marL="526205" indent="-263102" lvl="1">
              <a:lnSpc>
                <a:spcPts val="3412"/>
              </a:lnSpc>
              <a:buFont typeface="Arial"/>
              <a:buChar char="•"/>
            </a:pPr>
            <a:r>
              <a:rPr lang="en-US" b="true" sz="2437">
                <a:solidFill>
                  <a:srgbClr val="FFFFFF"/>
                </a:solidFill>
                <a:latin typeface="Canva Sans Bold"/>
                <a:ea typeface="Canva Sans Bold"/>
                <a:cs typeface="Canva Sans Bold"/>
                <a:sym typeface="Canva Sans Bold"/>
              </a:rPr>
              <a:t> POLICE RECEIVE</a:t>
            </a:r>
          </a:p>
          <a:p>
            <a:pPr algn="l" marL="526205" indent="-263102" lvl="1">
              <a:lnSpc>
                <a:spcPts val="3412"/>
              </a:lnSpc>
              <a:buFont typeface="Arial"/>
              <a:buChar char="•"/>
            </a:pPr>
            <a:r>
              <a:rPr lang="en-US" b="true" sz="2437">
                <a:solidFill>
                  <a:srgbClr val="FFFFFF"/>
                </a:solidFill>
                <a:latin typeface="Canva Sans Bold"/>
                <a:ea typeface="Canva Sans Bold"/>
                <a:cs typeface="Canva Sans Bold"/>
                <a:sym typeface="Canva Sans Bold"/>
              </a:rPr>
              <a:t>AMBULANCE RECEIVE</a:t>
            </a:r>
          </a:p>
          <a:p>
            <a:pPr algn="l" marL="526205" indent="-263102" lvl="1">
              <a:lnSpc>
                <a:spcPts val="3412"/>
              </a:lnSpc>
              <a:buFont typeface="Arial"/>
              <a:buChar char="•"/>
            </a:pPr>
            <a:r>
              <a:rPr lang="en-US" b="true" sz="2437">
                <a:solidFill>
                  <a:srgbClr val="FFFFFF"/>
                </a:solidFill>
                <a:latin typeface="Canva Sans Bold"/>
                <a:ea typeface="Canva Sans Bold"/>
                <a:cs typeface="Canva Sans Bold"/>
                <a:sym typeface="Canva Sans Bold"/>
              </a:rPr>
              <a:t>FAMILY RECEIVE</a:t>
            </a:r>
          </a:p>
          <a:p>
            <a:pPr algn="just">
              <a:lnSpc>
                <a:spcPts val="3412"/>
              </a:lnSpc>
            </a:pPr>
            <a:r>
              <a:rPr lang="en-US" b="true" sz="2437">
                <a:solidFill>
                  <a:srgbClr val="FFFFFF"/>
                </a:solidFill>
                <a:latin typeface="Canva Sans Bold"/>
                <a:ea typeface="Canva Sans Bold"/>
                <a:cs typeface="Canva Sans Bold"/>
                <a:sym typeface="Canva Sans Bold"/>
              </a:rPr>
              <a:t>STEP 6: Confirmation &amp; Tracking</a:t>
            </a:r>
          </a:p>
          <a:p>
            <a:pPr algn="just">
              <a:lnSpc>
                <a:spcPts val="3412"/>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381144" y="582779"/>
            <a:ext cx="5525713" cy="1652269"/>
          </a:xfrm>
          <a:prstGeom prst="rect">
            <a:avLst/>
          </a:prstGeom>
        </p:spPr>
        <p:txBody>
          <a:bodyPr anchor="t" rtlCol="false" tIns="0" lIns="0" bIns="0" rIns="0">
            <a:spAutoFit/>
          </a:bodyPr>
          <a:lstStyle/>
          <a:p>
            <a:pPr algn="r">
              <a:lnSpc>
                <a:spcPts val="12880"/>
              </a:lnSpc>
            </a:pPr>
            <a:r>
              <a:rPr lang="en-US" sz="9200" i="true" u="sng">
                <a:solidFill>
                  <a:srgbClr val="FFFFFF"/>
                </a:solidFill>
                <a:latin typeface="Poppins Italics"/>
                <a:ea typeface="Poppins Italics"/>
                <a:cs typeface="Poppins Italics"/>
                <a:sym typeface="Poppins Italics"/>
              </a:rPr>
              <a:t>Abstract</a:t>
            </a:r>
          </a:p>
        </p:txBody>
      </p:sp>
      <p:sp>
        <p:nvSpPr>
          <p:cNvPr name="TextBox 3" id="3"/>
          <p:cNvSpPr txBox="true"/>
          <p:nvPr/>
        </p:nvSpPr>
        <p:spPr>
          <a:xfrm rot="0">
            <a:off x="1028700" y="2531745"/>
            <a:ext cx="16521302" cy="6395085"/>
          </a:xfrm>
          <a:prstGeom prst="rect">
            <a:avLst/>
          </a:prstGeom>
        </p:spPr>
        <p:txBody>
          <a:bodyPr anchor="t" rtlCol="false" tIns="0" lIns="0" bIns="0" rIns="0">
            <a:spAutoFit/>
          </a:bodyPr>
          <a:lstStyle/>
          <a:p>
            <a:pPr algn="just">
              <a:lnSpc>
                <a:spcPts val="5040"/>
              </a:lnSpc>
            </a:pPr>
            <a:r>
              <a:rPr lang="en-US" sz="3600">
                <a:solidFill>
                  <a:srgbClr val="FFFFFF"/>
                </a:solidFill>
                <a:latin typeface="Poppins"/>
                <a:ea typeface="Poppins"/>
                <a:cs typeface="Poppins"/>
                <a:sym typeface="Poppins"/>
              </a:rPr>
              <a:t>Emergency SOS App is an emergency Mobile app that enables immediate emergency response with a tap, </a:t>
            </a:r>
            <a:r>
              <a:rPr lang="en-US" sz="3600">
                <a:solidFill>
                  <a:srgbClr val="FFFFFF"/>
                </a:solidFill>
                <a:latin typeface="Poppins"/>
                <a:ea typeface="Poppins"/>
                <a:cs typeface="Poppins"/>
                <a:sym typeface="Poppins"/>
              </a:rPr>
              <a:t>using biometric or PIN-based security for avoiding fake triggers. Upon activation, it alerts the police and ambulance services within a 1 km radius, provides medical information about the user to the emergency response team immediately, notifies the family emergency contacts, and uses voice calls to state the name and precise location of the user to the police or ambulance. This application does not involve any decision-making process upon its activation, since one tap is sufficient for multiple channel responses.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315287" y="472166"/>
            <a:ext cx="5657425" cy="1652269"/>
          </a:xfrm>
          <a:prstGeom prst="rect">
            <a:avLst/>
          </a:prstGeom>
        </p:spPr>
        <p:txBody>
          <a:bodyPr anchor="t" rtlCol="false" tIns="0" lIns="0" bIns="0" rIns="0">
            <a:spAutoFit/>
          </a:bodyPr>
          <a:lstStyle/>
          <a:p>
            <a:pPr algn="ctr">
              <a:lnSpc>
                <a:spcPts val="12880"/>
              </a:lnSpc>
            </a:pPr>
            <a:r>
              <a:rPr lang="en-US" sz="9200" i="true" u="sng">
                <a:solidFill>
                  <a:srgbClr val="FAFAFA"/>
                </a:solidFill>
                <a:latin typeface="Poppins Italics"/>
                <a:ea typeface="Poppins Italics"/>
                <a:cs typeface="Poppins Italics"/>
                <a:sym typeface="Poppins Italics"/>
              </a:rPr>
              <a:t>Purpose</a:t>
            </a:r>
          </a:p>
        </p:txBody>
      </p:sp>
      <p:sp>
        <p:nvSpPr>
          <p:cNvPr name="TextBox 3" id="3"/>
          <p:cNvSpPr txBox="true"/>
          <p:nvPr/>
        </p:nvSpPr>
        <p:spPr>
          <a:xfrm rot="0">
            <a:off x="1733721" y="2317296"/>
            <a:ext cx="10701694" cy="4480560"/>
          </a:xfrm>
          <a:prstGeom prst="rect">
            <a:avLst/>
          </a:prstGeom>
        </p:spPr>
        <p:txBody>
          <a:bodyPr anchor="t" rtlCol="false" tIns="0" lIns="0" bIns="0" rIns="0">
            <a:spAutoFit/>
          </a:bodyPr>
          <a:lstStyle/>
          <a:p>
            <a:pPr algn="l">
              <a:lnSpc>
                <a:spcPts val="5040"/>
              </a:lnSpc>
              <a:spcBef>
                <a:spcPct val="0"/>
              </a:spcBef>
            </a:pPr>
          </a:p>
          <a:p>
            <a:pPr algn="l">
              <a:lnSpc>
                <a:spcPts val="5040"/>
              </a:lnSpc>
              <a:spcBef>
                <a:spcPct val="0"/>
              </a:spcBef>
            </a:pPr>
            <a:r>
              <a:rPr lang="en-US" sz="3600">
                <a:solidFill>
                  <a:srgbClr val="FFFFFF"/>
                </a:solidFill>
                <a:latin typeface="Poppins"/>
                <a:ea typeface="Poppins"/>
                <a:cs typeface="Poppins"/>
                <a:sym typeface="Poppins"/>
              </a:rPr>
              <a:t>• Enable Communication during Emergency</a:t>
            </a:r>
          </a:p>
          <a:p>
            <a:pPr algn="l">
              <a:lnSpc>
                <a:spcPts val="5040"/>
              </a:lnSpc>
              <a:spcBef>
                <a:spcPct val="0"/>
              </a:spcBef>
            </a:pPr>
            <a:r>
              <a:rPr lang="en-US" sz="3600">
                <a:solidFill>
                  <a:srgbClr val="FFFFFF"/>
                </a:solidFill>
                <a:latin typeface="Poppins"/>
                <a:ea typeface="Poppins"/>
                <a:cs typeface="Poppins"/>
                <a:sym typeface="Poppins"/>
              </a:rPr>
              <a:t>• Gives Medical Information to First Responders</a:t>
            </a:r>
          </a:p>
          <a:p>
            <a:pPr algn="l">
              <a:lnSpc>
                <a:spcPts val="5040"/>
              </a:lnSpc>
              <a:spcBef>
                <a:spcPct val="0"/>
              </a:spcBef>
            </a:pPr>
            <a:r>
              <a:rPr lang="en-US" sz="3600">
                <a:solidFill>
                  <a:srgbClr val="FFFFFF"/>
                </a:solidFill>
                <a:latin typeface="Poppins"/>
                <a:ea typeface="Poppins"/>
                <a:cs typeface="Poppins"/>
                <a:sym typeface="Poppins"/>
              </a:rPr>
              <a:t>• Alerts All Emergency contacts  at once</a:t>
            </a:r>
          </a:p>
          <a:p>
            <a:pPr algn="l">
              <a:lnSpc>
                <a:spcPts val="5040"/>
              </a:lnSpc>
              <a:spcBef>
                <a:spcPct val="0"/>
              </a:spcBef>
            </a:pPr>
            <a:r>
              <a:rPr lang="en-US" sz="3600">
                <a:solidFill>
                  <a:srgbClr val="FFFFFF"/>
                </a:solidFill>
                <a:latin typeface="Poppins"/>
                <a:ea typeface="Poppins"/>
                <a:cs typeface="Poppins"/>
                <a:sym typeface="Poppins"/>
              </a:rPr>
              <a:t>• Immediately Alerts Family </a:t>
            </a:r>
          </a:p>
          <a:p>
            <a:pPr algn="l">
              <a:lnSpc>
                <a:spcPts val="5040"/>
              </a:lnSpc>
              <a:spcBef>
                <a:spcPct val="0"/>
              </a:spcBef>
            </a:pPr>
            <a:r>
              <a:rPr lang="en-US" sz="3600">
                <a:solidFill>
                  <a:srgbClr val="FFFFFF"/>
                </a:solidFill>
                <a:latin typeface="Poppins"/>
                <a:ea typeface="Poppins"/>
                <a:cs typeface="Poppins"/>
                <a:sym typeface="Poppins"/>
              </a:rPr>
              <a:t>• One Click Means Everything Done</a:t>
            </a:r>
          </a:p>
          <a:p>
            <a:pPr algn="l">
              <a:lnSpc>
                <a:spcPts val="504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DAHQ8PopkN4</dc:identifier>
  <dcterms:modified xsi:type="dcterms:W3CDTF">2011-08-01T06:04:30Z</dcterms:modified>
  <cp:revision>1</cp:revision>
  <dc:title>Techie Pi</dc:title>
</cp:coreProperties>
</file>